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>
                <a:solidFill>
                  <a:srgbClr val="C00000"/>
                </a:solidFill>
                <a:latin typeface="方正小标宋简体"/>
              </a:rPr>
              <a:t>md2style 综合效果评估文档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本文件用于全面验证渲染器在复杂内容下的表现，覆盖多级标题、嵌套列表、长代码、多表格、引用、分割线等元素。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黑体"/>
              </a:rPr>
              <a:t>一、设计理念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md2style 的本质是**用声明式样式表 + 参数白名单取代自由文本描述**，把"排好看点"这类不可执行意图转化为可复用的版式引擎。</a:t>
            </a:r>
          </a:p>
          <a:p>
            <a:r>
              <a:rPr sz="1600">
                <a:solidFill>
                  <a:srgbClr val="000000"/>
                </a:solidFill>
                <a:latin typeface="仿宋"/>
              </a:rPr>
              <a:t>引用：好的排版应当有清晰的层级节奏——标题与正文之间、段落与段落之间，都有恰当的呼吸感。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黑体"/>
              </a:rPr>
              <a:t>二、功能清单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2.1 转换能力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支持格式：Word（docx）、网页（html）、演示（pptx）</a:t>
            </a:r>
          </a:p>
          <a:p>
            <a:r>
              <a:rPr sz="1600">
                <a:solidFill>
                  <a:srgbClr val="000000"/>
                </a:solidFill>
                <a:latin typeface="仿宋"/>
              </a:rPr>
              <a:t>预定义风格：论文、公文、Claude、Mac</a:t>
            </a:r>
          </a:p>
          <a:p>
            <a:r>
              <a:rPr sz="1600">
                <a:solidFill>
                  <a:srgbClr val="000000"/>
                </a:solidFill>
                <a:latin typeface="仿宋"/>
              </a:rPr>
              <a:t>参数微调：H1 颜色、字号、正文字体、行距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2.2 逆向学习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用户拖入 Word 模板 → 自动提取样式</a:t>
            </a:r>
          </a:p>
          <a:p>
            <a:r>
              <a:rPr sz="1600">
                <a:solidFill>
                  <a:srgbClr val="000000"/>
                </a:solidFill>
                <a:latin typeface="仿宋"/>
              </a:rPr>
              <a:t>用户拖入 HTML 模板 → 提取 CSS 声明</a:t>
            </a:r>
          </a:p>
          <a:p>
            <a:r>
              <a:rPr sz="1600">
                <a:solidFill>
                  <a:srgbClr val="000000"/>
                </a:solidFill>
                <a:latin typeface="仿宋"/>
              </a:rPr>
              <a:t>生成 YAML 立即可在下拉框选用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黑体"/>
              </a:rPr>
              <a:t>三、代码示例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下面是一段较长的 Python 代码，用于验证代码块在三种格式下的呈现：</a:t>
            </a:r>
          </a:p>
          <a:p>
            <a:r>
              <a:rPr sz="1600">
                <a:solidFill>
                  <a:srgbClr val="000000"/>
                </a:solidFill>
                <a:latin typeface="仿宋"/>
              </a:rPr>
              <a:t>行内代码如 `StyleConfig.merge()` 也会被保留。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▍ from dataclasses import dataclass  from typing import List      @dataclass  class StyleConfig:      """样式配置：声明式、可序列化。"""      headings: dict      body: dict      code: dict      class Engine:      def __init__(self, presets: List[StyleConfig]):          self.presets = {p.name: p for p in presets}        def resolve(self, name: str, overrides: dict) -&gt; StyleConfig:          base = self.presets.get(name, StyleConfig.default())          return base.merge(overrides)        def validate(self, cfg: StyleConfig) -&gt; None:          for h, spec in cfg.headings.items():              if not (8 &lt;= spec.size &lt;= 72):                  raise ValueError(f"{h} 字号越界: {spec.size}")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黑体"/>
              </a:rPr>
              <a:t>四、对比表格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4.1 表格二（数值型）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黑体"/>
              </a:rPr>
              <a:t>五、嵌套内容演示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外层引用： 回到外层。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黑体"/>
              </a:rPr>
              <a:t>六、结尾说明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000000"/>
                </a:solidFill>
                <a:latin typeface="仿宋"/>
              </a:rPr>
              <a:t>以上覆盖了常见 Markdown 语义节点。三种格式的渲染应分别体现各自风格的"原版观感"：</a:t>
            </a:r>
            <a:br/>
            <a:r>
              <a:t>公文严肃规整、论文学术克制、Claude 优雅留白、Mac 现代圆润。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