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1D1D1F"/>
                </a:solidFill>
                <a:latin typeface="-apple-system, 'SF Pro Display', 'PingFang SC', sans-serif"/>
              </a:rPr>
              <a:t>md2style 效果演示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这是一个用于展示多格式转换效果的测试文档，覆盖了常见 Markdown 元素。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, 'SF Pro Display', 'PingFang SC', sans-serif"/>
              </a:rPr>
              <a:t>1. 标题层级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>
                <a:solidFill>
                  <a:srgbClr val="1D1D1F"/>
                </a:solidFill>
                <a:latin typeface="-apple-system, 'SF Pro Text', 'PingFang SC', sans-serif"/>
              </a:rPr>
              <a:t>三级标题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1D1D1F"/>
                </a:solidFill>
                <a:latin typeface="-apple-system, 'SF Pro Text', 'PingFang SC', sans-serif"/>
              </a:rPr>
              <a:t>四级标题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正文段落示例：md2style 将同一份 Markdown 转换为 Word / HTML / PPT，样式由预定义 YAML 或用户学习所得控制。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, 'SF Pro Display', 'PingFang SC', sans-serif"/>
              </a:rPr>
              <a:t>2. 强调与引用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行内 **加粗**、*斜体* 与 `行内代码` 也都会被保留为语义节点。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, 'SF Pro Display', 'PingFang SC', sans-serif"/>
              </a:rPr>
              <a:t>3. 列表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预定义风格：论文 / 公文 / Claude / Mac</a:t>
            </a:r>
          </a:p>
          <a:p>
            <a:r>
              <a:t>逆向学习：拖入模板即学</a:t>
            </a:r>
          </a:p>
          <a:p>
            <a:r>
              <a:t>双入口：CLI 与本地 Web</a:t>
            </a:r>
          </a:p>
          <a:p>
            <a:r>
              <a:t>第一步：写 Markdown</a:t>
            </a:r>
          </a:p>
          <a:p>
            <a:r>
              <a:t>第二步：选风格</a:t>
            </a:r>
          </a:p>
          <a:p>
            <a:r>
              <a:t>第三步：导出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, 'SF Pro Display', 'PingFang SC', sans-serif"/>
              </a:rPr>
              <a:t>4. 代码块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convert(md: str, style: str) -&gt; str:</a:t>
            </a:r>
            <a:br/>
            <a:r>
              <a:t>    """把 Markdown 按指定风格转换。"""</a:t>
            </a:r>
            <a:br/>
            <a:r>
              <a:t>    ir = parser.to_ir(md)</a:t>
            </a:r>
            <a:br/>
            <a:r>
              <a:t>    return renderer.render(ir, engine.resolve(style))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, 'SF Pro Display', 'PingFang SC', sans-serif"/>
              </a:rPr>
              <a:t>5. 表格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