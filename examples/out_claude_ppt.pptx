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A1A1A"/>
                </a:solidFill>
                <a:latin typeface="Georgia, 'Times New Roman', serif"/>
              </a:rPr>
              <a:t>项目说明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这是一个用于演示 md2style 转换效果的示例文档。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, 'Times New Roman', serif"/>
              </a:rPr>
              <a:t>功能特性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Markdown 转 Word / HTML / PPT</a:t>
            </a:r>
          </a:p>
          <a:p>
            <a:r>
              <a:t>预定义论文、公文、Claude、Mac 风格</a:t>
            </a:r>
          </a:p>
          <a:p>
            <a:r>
              <a:t>从 Word 逆向学习样式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, 'Times New Roman', serif"/>
              </a:rPr>
              <a:t>代码示例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hello():</a:t>
            </a:r>
            <a:br/>
            <a:r>
              <a:t>    print("Hello, md2style!")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, 'Times New Roman', serif"/>
              </a:rPr>
              <a:t>表格示例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